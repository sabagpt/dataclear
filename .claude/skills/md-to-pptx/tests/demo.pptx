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GB 55037-2022 建筑防火通用规范实施指南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 总则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1.0.1 编制目的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为了预防建筑火灾，减少火灾危害，保护人身和财产安全，制定本规范。本规范是建筑防火领域的基础性通用规范，具有强制约束力。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1.0.2 适用范围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本规范适用于下列建筑和场所的防火设计、施工及使用维护：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1.0.2 适用范围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新建、扩建和改建的民用建筑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新建、扩建和改建的工业建筑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建筑室内装修装饰工程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既有建筑的改造和用途变更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1.0.3 与其他规范的关系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本规范为通用规范，当与专用规范同时适用时，应执行两者中要求较严的规定。建筑防火设计应综合考虑建筑的使用功能、建筑高度、规模和火灾危险性等因素，采取可靠的防火措施。对于临时性建筑和超出本规范适用范围的特殊建筑，可根据实际情况参照执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2 基本规定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2.1 建筑分类与耐火等级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建筑应根据其使用功能、建筑高度、建筑层数、单层建筑面积等因素进行分类。不同类别的建筑应满足相应的耐火等级要求。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2.1 建筑分类与耐火等级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528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建筑类别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高度范围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层数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最低耐火等级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超高层建筑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&gt;100m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一级</a:t>
                      </a:r>
                    </a:p>
                  </a:txBody>
                  <a:tcPr anchor="ctr"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一类高层公共建筑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&gt;50m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一级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一类高层住宅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&gt;54m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&gt;18层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一级</a:t>
                      </a:r>
                    </a:p>
                  </a:txBody>
                  <a:tcPr anchor="ctr"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二类高层公共建筑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24~50m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不低于二级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二类高层住宅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27~54m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10~18层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不低于二级</a:t>
                      </a:r>
                    </a:p>
                  </a:txBody>
                  <a:tcPr anchor="ctr"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多层公共建筑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≤24m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≤5层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不低于三级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多层住宅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≤27m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≤9层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不低于三级</a:t>
                      </a:r>
                    </a:p>
                  </a:txBody>
                  <a:tcPr anchor="ctr"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单多层工业建筑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视火灾危险性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2.2 总平面布局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2.2.1 防火间距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建筑之间的防火间距应根据建筑的耐火等级、外墙开口比例以及相邻建筑的高度等因素确定。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2.2.1 防火间距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1188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耐火等级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一、二级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三级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四级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一、二级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6m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7m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9m</a:t>
                      </a:r>
                    </a:p>
                  </a:txBody>
                  <a:tcPr anchor="ctr"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三级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7m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8m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10m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四级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9m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10m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12m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2.2.2 消防车道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供消防车通行的道路净宽度和净空高度均不应小于4m。消防车道应满足消防车转弯的要求，回车场面积不应小于12m×12m。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2.2.2 消防车道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高层建筑应至少沿一个长边设置消防车登高操作场地。登高操作场地应符合下列规定：长度和宽度分别不应小于15m和10m，场地的坡度不宜大于3%，场地与建筑之间不应设置妨碍消防车操作的树木、架空管线等障碍物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3 建筑构造与装修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3.1 防火墙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防火墙应直接设置在建筑的基础或框架、梁等承重结构上。框架、梁等承重结构的耐火极限不应低于防火墙的耐火极限。防火墙上不宜开设门、窗、洞口，确需开设时应设置甲级防火门窗。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3.1 防火墙</a:t>
            </a:r>
          </a:p>
        </p:txBody>
      </p:sp>
      <p:pic>
        <p:nvPicPr>
          <p:cNvPr id="4" name="Picture 3" descr="firewal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43" y="1645920"/>
            <a:ext cx="760780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3.2 防火分区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建筑内应采用防火墙、楼板及其他防火分隔设施划分防火分区。防火分区的最大允许建筑面积应符合下表规定：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3.2 防火分区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8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建筑类型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耐火等级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每个防火分区最大允许面积(m²)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高层民用建筑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1500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高层民用建筑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二级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1000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多层公共建筑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2500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多层公共建筑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二级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2500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多层公共建筑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三级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1200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地下或半地下建筑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一级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500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厂房（甲类）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4000（单层）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厂房（乙类）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一级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5000（单层）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厂房（丙类）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8000（单层）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3.2 防火分区 (续2)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8"/>
              </a:tblGrid>
              <a:tr h="1188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建筑类型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耐火等级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每个防火分区最大允许面积(m²)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厂房（丁类）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一、二级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不限（单层）</a:t>
                      </a:r>
                    </a:p>
                  </a:txBody>
                  <a:tcPr anchor="ctr"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仓库（甲类3、4项）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一、二级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180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仓库（乙类1项）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一、二级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500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3.2 防火分区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注：设置自动灭火系统的防火分区，其面积可增加1.0倍；局部设置时，增加面积按局部面积的1.0倍计算。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3.3 建筑保温与装修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建筑外墙外保温系统不应采用燃烧性能低于B1级的保温材料。当采用B1级保温材料时，每层应设置水平防火隔离带。建筑内部装修不应降低建筑构件的燃烧性能和耐火极限。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4 安全疏散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4.1 一般规定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建筑内每个防火分区或一个防火分区的每个楼层，其安全出口的数量应经计算确定，且不应少于2个。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4.1.1 疏散距离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建筑内任一点至最近安全出口的直线距离不应大于表中规定的值。疏散走道在转角处宜设置消防应急标志灯。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4.1.1 疏散距离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8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建筑类别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位于两个安全出口之间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位于袋形走道两侧或尽端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一、二级耐火等级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40m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22m</a:t>
                      </a:r>
                    </a:p>
                  </a:txBody>
                  <a:tcPr anchor="ctr"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三级耐火等级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35m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20m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四级耐火等级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25m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15m</a:t>
                      </a:r>
                    </a:p>
                  </a:txBody>
                  <a:tcPr anchor="ctr"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高层医疗建筑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24m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12m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其他高层公共建筑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30m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15m</a:t>
                      </a:r>
                    </a:p>
                  </a:txBody>
                  <a:tcPr anchor="ctr"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高层住宅建筑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40m（开门）/22m（进户门）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4.1.2 疏散宽度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安全出口、房间疏散门的净宽度不应小于0.9m，疏散走道的净宽度不应小于1.1m，疏散楼梯的净宽度不应小于1.1m。人员密集的公共场所，其疏散门的净宽度不应小于1.4m。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4.2 疏散楼梯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4.2.1 楼梯形式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建筑的疏散楼梯应满足以下要求：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4.2.1 楼梯形式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高层公共建筑的疏散楼梯应采用防烟楼梯间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建筑高度大于33m的住宅建筑应采用防烟楼梯间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建筑高度大于21m且不大于33m的住宅建筑应采用封闭楼梯间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多层公共建筑的疏散楼梯应采用封闭楼梯间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4.2.2 消防电梯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建筑高度大于33m的住宅建筑和一类高层公共建筑应设置消防电梯。消防电梯的载重量不应小于800kg，轿厢内净面积不应小于1.40m²。消防电梯从首层至顶层的运行时间不宜大于60s。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4.2.2 消防电梯</a:t>
            </a:r>
          </a:p>
        </p:txBody>
      </p:sp>
      <p:pic>
        <p:nvPicPr>
          <p:cNvPr id="4" name="Picture 3" descr="stairwell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927" y="1645920"/>
            <a:ext cx="6339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5 消防设施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5.1 消火栓系统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建筑高度大于21m的住宅建筑和建筑体积大于5000m³的公共建筑应设置室内消火栓系统。室内消火栓的布置应确保任何一点均有两支水枪充实水柱同时到达。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5.2 自动灭火系统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下列场所应设置自动灭火系统：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5.2 自动灭火系统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一类高层公共建筑及其地下、半地下室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建筑高度大于100m的住宅建筑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藏书量超过50万册的图书馆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单个防火分区建筑面积超过1500m²的展览厅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总建筑面积大于500m²的地下商店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5.3 火灾自动报警系统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建筑高度大于100m的住宅建筑应设置火灾自动报警系统。高层公共建筑应设置火灾自动报警系统。报警系统应能准确报出火灾发生部位，并能联动相关消防设施。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附录 规范用词说明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附录 规范用词说明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Microsoft YaHei"/>
              </a:rPr>
              <a:t>本规范条文中的用词，说明如下：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附录 规范用词说明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8"/>
              </a:tblGrid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用词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严格程度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表示很严格，非这样做不可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强制</a:t>
                      </a:r>
                    </a:p>
                  </a:txBody>
                  <a:tcPr anchor="ctr"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宜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表示允许稍有选择，条件许可时首先应这样做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推荐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表示有选择，在一定条件下可以这样做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允许</a:t>
                      </a:r>
                    </a:p>
                  </a:txBody>
                  <a:tcPr anchor="ctr"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不应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表示严格禁止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强制禁止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不宜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表示不推荐，但并非绝对禁止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2D2D"/>
                          </a:solidFill>
                          <a:latin typeface="Microsoft YaHei"/>
                        </a:rPr>
                        <a:t>不推荐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